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Schminke" userId="5f300c649a1c6062" providerId="LiveId" clId="{1AB45165-AE8C-49C9-83AD-786400DF896B}"/>
    <pc:docChg chg="addSld modSld">
      <pc:chgData name="Tom Schminke" userId="5f300c649a1c6062" providerId="LiveId" clId="{1AB45165-AE8C-49C9-83AD-786400DF896B}" dt="2024-12-22T14:20:30.409" v="44" actId="20577"/>
      <pc:docMkLst>
        <pc:docMk/>
      </pc:docMkLst>
      <pc:sldChg chg="modSp new mod">
        <pc:chgData name="Tom Schminke" userId="5f300c649a1c6062" providerId="LiveId" clId="{1AB45165-AE8C-49C9-83AD-786400DF896B}" dt="2024-12-22T14:20:16.408" v="33" actId="20577"/>
        <pc:sldMkLst>
          <pc:docMk/>
          <pc:sldMk cId="3001792823" sldId="256"/>
        </pc:sldMkLst>
        <pc:spChg chg="mod">
          <ac:chgData name="Tom Schminke" userId="5f300c649a1c6062" providerId="LiveId" clId="{1AB45165-AE8C-49C9-83AD-786400DF896B}" dt="2024-12-22T14:20:16.408" v="33" actId="20577"/>
          <ac:spMkLst>
            <pc:docMk/>
            <pc:sldMk cId="3001792823" sldId="256"/>
            <ac:spMk id="2" creationId="{ADB23E90-28F2-4F8A-84A3-5506E91C5255}"/>
          </ac:spMkLst>
        </pc:spChg>
      </pc:sldChg>
      <pc:sldChg chg="new">
        <pc:chgData name="Tom Schminke" userId="5f300c649a1c6062" providerId="LiveId" clId="{1AB45165-AE8C-49C9-83AD-786400DF896B}" dt="2024-12-22T14:20:19.463" v="34" actId="680"/>
        <pc:sldMkLst>
          <pc:docMk/>
          <pc:sldMk cId="979938528" sldId="257"/>
        </pc:sldMkLst>
      </pc:sldChg>
      <pc:sldChg chg="modSp add mod">
        <pc:chgData name="Tom Schminke" userId="5f300c649a1c6062" providerId="LiveId" clId="{1AB45165-AE8C-49C9-83AD-786400DF896B}" dt="2024-12-22T14:20:30.409" v="44" actId="20577"/>
        <pc:sldMkLst>
          <pc:docMk/>
          <pc:sldMk cId="2834787432" sldId="258"/>
        </pc:sldMkLst>
        <pc:spChg chg="mod">
          <ac:chgData name="Tom Schminke" userId="5f300c649a1c6062" providerId="LiveId" clId="{1AB45165-AE8C-49C9-83AD-786400DF896B}" dt="2024-12-22T14:20:30.409" v="44" actId="20577"/>
          <ac:spMkLst>
            <pc:docMk/>
            <pc:sldMk cId="2834787432" sldId="258"/>
            <ac:spMk id="2" creationId="{064D5701-E451-5B62-3214-D8C2AEEFFF7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B7C2AA-358C-BE6C-6B1A-CE1E8C372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1DD716-30B9-6F41-6B04-60D43EE18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8BDF3A-6BBE-E295-0334-F44482325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8C27-468B-4E60-8167-6E383511C12A}" type="datetimeFigureOut">
              <a:rPr lang="de-DE" smtClean="0"/>
              <a:t>22.12.2024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197F2F-4BF4-7B55-A25E-03699301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7D3E6A-D3F8-CC4C-CAED-4497FA07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E5AD1-5EE1-40F8-8913-39EE0510CD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8436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880E61-7A3E-42F4-CE3A-4C244C9C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39E622-4FA2-B78F-6CD1-CB71399BA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8EA4E-710C-2B85-367D-1F284063A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8C27-468B-4E60-8167-6E383511C12A}" type="datetimeFigureOut">
              <a:rPr lang="de-DE" smtClean="0"/>
              <a:t>22.12.2024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9EA0B6-24BE-925D-D4B4-0714A098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F78FD3-7225-044A-948E-A8F4D037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E5AD1-5EE1-40F8-8913-39EE0510CD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116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B8D583-979C-EA38-2DDC-BB4A2EC08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45B2ED-D41C-2112-885E-955229C29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0A8EBE-147A-0D22-AFEA-D725B267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8C27-468B-4E60-8167-6E383511C12A}" type="datetimeFigureOut">
              <a:rPr lang="de-DE" smtClean="0"/>
              <a:t>22.12.2024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16189E-FACA-22FE-53BD-46E431116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33E9E1-D557-C785-ED1F-F08A2019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E5AD1-5EE1-40F8-8913-39EE0510CD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2062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DD271C-D161-4C31-6863-D546F571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5C0BF7-6042-B84F-7BA5-A32A512A9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6B8041-9CBB-7681-A905-04ACF9BD9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80D781-677D-0AAB-7F26-EC388B653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8C27-468B-4E60-8167-6E383511C12A}" type="datetimeFigureOut">
              <a:rPr lang="de-DE" smtClean="0"/>
              <a:t>22.12.2024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D1B26A-BA6D-01D2-3E87-D0B0FAE2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A7E03A-C331-E62A-4643-D3B4E3D8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E5AD1-5EE1-40F8-8913-39EE0510CD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7940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C9C5E-09B6-93BE-7DD9-3C52120C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9900B7-323F-3A30-27F7-A2E314CFB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B52222B-8D6B-58D1-C0C5-0CFC2858F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3C8014-F81D-10AB-EE92-8A78C1A5F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6A98DFC-FA6C-E1E0-6784-65F5C520B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29F8FB4-DA62-5C58-53AB-48FEEEF18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8C27-468B-4E60-8167-6E383511C12A}" type="datetimeFigureOut">
              <a:rPr lang="de-DE" smtClean="0"/>
              <a:t>22.12.2024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7DACD9-465B-C674-16B3-55D864454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DE6D26-4B9E-37CC-BF79-2C3F55FA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E5AD1-5EE1-40F8-8913-39EE0510CD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9015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8C2090-F11C-958E-4121-5E9FA1D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8B26A4-8325-5C38-EE27-DBBAB42B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8C27-468B-4E60-8167-6E383511C12A}" type="datetimeFigureOut">
              <a:rPr lang="de-DE" smtClean="0"/>
              <a:t>22.12.2024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FCBCA9-1E93-F224-891F-90DCA304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506843-6457-9C61-226E-370EFC689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E5AD1-5EE1-40F8-8913-39EE0510CD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537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F9EDEF0-3686-00B2-3BB4-D63F512BE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8C27-468B-4E60-8167-6E383511C12A}" type="datetimeFigureOut">
              <a:rPr lang="de-DE" smtClean="0"/>
              <a:t>22.12.2024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0582B5C-901E-88FA-FA3C-7522D6AD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758978-B34A-CFA8-E683-A133D4CC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E5AD1-5EE1-40F8-8913-39EE0510CD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6084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3D990-6224-FE2E-A87C-70127F519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71A5FF-9C75-9C3A-32F5-2E8D452EF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6C1C02-C3B7-3514-8753-A6BBBA9E5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57470A-79F2-2032-1142-19367CB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8C27-468B-4E60-8167-6E383511C12A}" type="datetimeFigureOut">
              <a:rPr lang="de-DE" smtClean="0"/>
              <a:t>22.12.2024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9D6E6C-4BC6-5F2D-E3AE-75000476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975FA6-D169-513E-1CEA-432D8FF0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E5AD1-5EE1-40F8-8913-39EE0510CD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094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A2C70C-CA72-646E-EC84-3E43C445C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1FC1138-0554-69EC-0D55-613EAB7A0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0AF9FF-5AC4-5387-3062-B0A094F26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CEFC06-268A-CD93-253F-E16C9B5A7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8C27-468B-4E60-8167-6E383511C12A}" type="datetimeFigureOut">
              <a:rPr lang="de-DE" smtClean="0"/>
              <a:t>22.12.2024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BC01A1-3DB7-D807-FB98-A45815DB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997E12-18C1-9039-0385-D147CBA36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E5AD1-5EE1-40F8-8913-39EE0510CD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24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6A8D7E-48E9-C9B4-3ADB-AB296765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1A47039-36FC-19F9-E04A-6FB41CF66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F1CB23-830C-102F-F560-24FE1154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8C27-468B-4E60-8167-6E383511C12A}" type="datetimeFigureOut">
              <a:rPr lang="de-DE" smtClean="0"/>
              <a:t>22.12.2024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6073A4-A00C-4803-3E26-B670917C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63318B-CDBE-F049-EEEB-3F2CF9CA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E5AD1-5EE1-40F8-8913-39EE0510CD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3573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2C9BF87-0BAE-1CC3-8938-1E896980B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F726CA-1318-9976-1F0A-124828410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B31A3E-5E96-7E9F-CDD0-CEF1BFBD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8C27-468B-4E60-8167-6E383511C12A}" type="datetimeFigureOut">
              <a:rPr lang="de-DE" smtClean="0"/>
              <a:t>22.12.2024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4FBA5C-033E-14DB-0426-1F0650B11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5B8875-9E5D-EB65-1014-83C5EAE06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E5AD1-5EE1-40F8-8913-39EE0510CD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124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B3ED328-DDE9-758D-C544-27386D54D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D32349B-F573-8907-E0E8-926E06298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F9108C-C52D-F017-7BC7-349320979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08C27-468B-4E60-8167-6E383511C12A}" type="datetimeFigureOut">
              <a:rPr lang="de-DE" smtClean="0"/>
              <a:t>22.12.2024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3181F4-9F7F-0484-961D-B270405B1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310582-A581-1E1F-731A-9F5D0F2EE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E5AD1-5EE1-40F8-8913-39EE0510CD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1996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B23E90-28F2-4F8A-84A3-5506E91C5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 to Supervisor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D10C0B8-4669-B461-CC95-2BDEF4FEBF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179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AF08A-3497-E450-B8B4-B54372DD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D5701-E451-5B62-3214-D8C2AEEFFF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 to </a:t>
            </a:r>
            <a:r>
              <a:rPr lang="en-US" dirty="0" err="1"/>
              <a:t>Ourselfes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11A94FF-EE2F-D1A3-E1D6-8194EED65E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478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708CF1-F42E-7071-70B8-2D794A63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508817-31FC-C83D-CE70-870B180DA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9938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Breitbild</PresentationFormat>
  <Paragraphs>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Questions to Supervisor</vt:lpstr>
      <vt:lpstr>Questions to Ourselfes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Schminke</dc:creator>
  <cp:lastModifiedBy>Tom Schminke</cp:lastModifiedBy>
  <cp:revision>1</cp:revision>
  <dcterms:created xsi:type="dcterms:W3CDTF">2024-12-22T14:20:00Z</dcterms:created>
  <dcterms:modified xsi:type="dcterms:W3CDTF">2024-12-22T14:20:38Z</dcterms:modified>
</cp:coreProperties>
</file>